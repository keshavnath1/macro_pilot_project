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indicator bundle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1995</c:v>
                  </c:pt>
                  <c:pt idx="1">
                    <c:v>2000</c:v>
                  </c:pt>
                  <c:pt idx="2">
                    <c:v>2005</c:v>
                  </c:pt>
                  <c:pt idx="3">
                    <c:v>2010</c:v>
                  </c:pt>
                  <c:pt idx="4">
                    <c:v>2015</c:v>
                  </c:pt>
                  <c:pt idx="5">
                    <c:v>2020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46</c:v>
                </c:pt>
                <c:pt idx="3">
                  <c:v>53</c:v>
                </c:pt>
                <c:pt idx="4">
                  <c:v>61</c:v>
                </c:pt>
                <c:pt idx="5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volatility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1995</c:v>
                  </c:pt>
                  <c:pt idx="1">
                    <c:v>2000</c:v>
                  </c:pt>
                  <c:pt idx="2">
                    <c:v>2005</c:v>
                  </c:pt>
                  <c:pt idx="3">
                    <c:v>2010</c:v>
                  </c:pt>
                  <c:pt idx="4">
                    <c:v>2015</c:v>
                  </c:pt>
                  <c:pt idx="5">
                    <c:v>2020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</c:v>
                </c:pt>
                <c:pt idx="1">
                  <c:v>22</c:v>
                </c:pt>
                <c:pt idx="2">
                  <c:v>19</c:v>
                </c:pt>
                <c:pt idx="3">
                  <c:v>29</c:v>
                </c:pt>
                <c:pt idx="4">
                  <c:v>24</c:v>
                </c:pt>
                <c:pt idx="5">
                  <c:v>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/mnt/data/4. Automating Data Quality Monitoring with Machine Learning _ Automating Data Quality Monitoring.pdf (used as the storytelling template for requirements → algorithm → explainability → pseudocode structure).
- User conversation context in this chat for the problem framing, selected methods, and Git+DVC workflow.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The PDF emphasizes defining requirements up front and distinguishing structural change monitoring from simple outlier detection; that framing inspired the problem statement and need for a transparent workflow (pages 1–5). /mnt/data/4. Automating Data Quality Monitoring with Machine Learning _ Automating Data Quality Monitoring.pdf
- Problem specifics are based on the user’s description of macroeconomic data, formulas/equations, Monte Carlo simulation, messy data, and Git adoption gaps.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Requirements such as sensitivity, specificity, transparency, and scalability are highlighted early in the PDF; the deck adapts that pattern to macroeconomic analytics requirements (pages 1–4). /mnt/data/4. Automating Data Quality Monitoring with Machine Learning _ Automating Data Quality Monitoring.pdf
- The explicit “nonrequirements” section in the PDF inspired the pilot boundaries here (pages 3–4).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 conversation in this chat for the recommendation to start with a manageable single-country macro dataset before scaling out.
- The PDF’s emphasis on careful sampling, time comparisons, and explainability informed why the pilot should start with one dataset and clear analytical questions (pages 7–12, 18–26). /mnt/data/4. Automating Data Quality Monitoring with Machine Learning _ Automating Data Quality Monitoring.pdf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 conversation in this chat for the selected method mapping: Isolation Forest, Factor Analysis / Dynamic Factor Models, Autoencoder, Incremental PCA / Random Projection, and Change Point / State Space.
- The PDF’s structure of “requirements → approach → explainability → pseudocode” influenced the way methods are organized as distinct jobs in the framework. /mnt/data/4. Automating Data Quality Monitoring with Machine Learning _ Automating Data Quality Monitoring.pdf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 conversation in this chat for the proposed Git responsibilities, DVC responsibilities, run metadata, and team workflow.
- The PDF stresses transparency, scalability, and a practical step-by-step implementation, which inspired the split between method logic and reproducible artifacts (pages 1–3, 22–26). /mnt/data/4. Automating Data Quality Monitoring with Machine Learning _ Automating Data Quality Monitoring.pdf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The PDF includes a high-level pseudocode pattern that goes from data sampling through model training and explainability; this slide adapts that concept to the macro pilot pipeline (pages 22–26). /mnt/data/4. Automating Data Quality Monitoring with Machine Learning _ Automating Data Quality Monitoring.pdf
- User conversation in this chat for the repo layout, DVC stage ideas, and run metadata.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 conversation in this chat for the recommended pilot sequence and final deliverables.
- The PDF repeatedly emphasizes transparency, scalability, explainability, and practical implementation, which informed the evaluation lens and deliverable framing (pages 1–3, 18–27). /mnt/data/4. Automating Data Quality Monitoring with Machine Learning _ Automating Data Quality Monitoring.pdf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Macroeconomic Analytics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Git + DVC + ML methods to support a structured Monte Carlo workflow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379476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0416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Core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27939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How do we make macro data analysis reproducible, explainable, and scalable before simulation?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66760" y="105156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1352" y="1252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Macro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66760" y="242316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31352" y="26243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ML analyses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66760" y="379476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39959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Git + DVC traceability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66760" y="5166360"/>
            <a:ext cx="2926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1352" y="53675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Simulation-ready workflow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28632" y="1984248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28632" y="3355848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28632" y="4727448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Pilot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structured workflow is missing around the existing macro + Monte Carlo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002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Current 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47548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Macroeconomic inputs feed formulas and Monte Carlo simulation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Data is often noisy, incomplete, or poorly structured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Experiments are hard to compare across methods and data versions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</a:rPr>
              <a:t>Git adoption and repeatable model workflows are still limited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EE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57276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 reproducible and interpretable macro analytics framework that can detect anomalies, uncover latent drivers, reduce dimensionality, and flag regime shifts before simulation.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3657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65392" y="3840480"/>
            <a:ext cx="43891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9136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Explainability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65392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Economists can read factors, shifts, and plots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3657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62872" y="3840480"/>
            <a:ext cx="438912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2872" y="39136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Reproducibility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62872" y="4133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Each run tied to Git commit + DVC revision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800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4983480"/>
            <a:ext cx="43891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50566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5276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Methods fit large tabular macro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48006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62872" y="4983480"/>
            <a:ext cx="438912" cy="0"/>
          </a:xfrm>
          <a:prstGeom prst="line">
            <a:avLst/>
          </a:prstGeom>
          <a:noFill/>
          <a:ln w="12700">
            <a:solidFill>
              <a:srgbClr val="BE1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62872" y="505663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Reuse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62872" y="5276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Standard framework for the whole team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Problem framing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principles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Mirroring the PDF structure: requirements first, then methods and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0" y="13716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DF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627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Requirements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39112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Interpretability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0391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Results must be explainable to economists and DS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670048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4320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Reproducibility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7432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Git commit, config, DVC data version, metrics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74136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4728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344728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Large tabular data; avoid fragile full-memory workflows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4078224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15137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Time-awareness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415137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Rolling windows, lookbacks, and regime shifts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782312"/>
            <a:ext cx="4526280" cy="50292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5546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Transparency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94560" y="485546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Plots, diagnostics, and traceable outputs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65392" y="16276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Nonrequirements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1993392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Not a replacement for Monte Carlo formulas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Not row-level “bad record” labeling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Not real-time streaming in phase 1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Not one universal model for every use case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Not a black-box-only solution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14400" y="6053328"/>
            <a:ext cx="10241280" cy="402336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6163056"/>
            <a:ext cx="9784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This keeps the pilot disciplined: explainable methods around the workflow, not a wholesale modeling replacement.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Requirements / nonrequirements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pilot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Start with one manageable macro time-series dataset before scaling the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3258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7276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US Economic Indicators (1991–2023)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2004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Tabular and time-based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Good fit for anomaly, factor, PCA, and regime analyses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Simpler than a multi-country panel for the first Git + DVC pilot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Natural bridge to simulation-ready preprocessing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Why this first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14400" y="5440680"/>
          <a:ext cx="31546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132588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15727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Analytical questions the pilot should answer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74920" y="2103120"/>
            <a:ext cx="219456" cy="21945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94960" y="20574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Where are the unusual periods or input combinations?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74920" y="276148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715768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Which latent macro factors explain most movement?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074920" y="3419856"/>
            <a:ext cx="219456" cy="21945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94960" y="337413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How much can we compress without losing useful signal?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074920" y="4078224"/>
            <a:ext cx="219456" cy="219456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403250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When does the series move into a new regime?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074920" y="473659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94960" y="469087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Can every result be reproduced with code + data lineage?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Dataset selection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Each method answers a distinct question instead of competing for the same role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64608" y="2423160"/>
            <a:ext cx="2468880" cy="11887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6636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Macro data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 set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581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Isolation Forest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184708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Anomaly detection on large tabular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4165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Factor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468172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Interpretable latent macro drivers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26280" y="10515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2161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Autoencoder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0872" y="148132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Nonlinear anomaly detection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66760" y="14173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15819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Incremental PCA / RP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1352" y="1847088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Large-scale dimensionality reduction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83880" y="42519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44165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Change Point / State Space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8472" y="4681728"/>
            <a:ext cx="2779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Time-based regime and trend changes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5623560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5806440"/>
            <a:ext cx="9784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Pilot order: 1) Factor Analysis + Isolation Forest  2) Incremental PCA + Change Point  3) Autoencoder + Dynamic Factor extension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Method selection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Git holds code and intent; DVC holds data lineage, metrics, and artifacts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7568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Kaggle raw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32888" y="2084832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8745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207568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Preprocess + feature engineer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36008" y="2084832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8745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408" y="207568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Method runs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96328" y="2084832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18745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207568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Metrics + plots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82328" y="2084832"/>
            <a:ext cx="274320" cy="25603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29800" y="18745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39528" y="207568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Simulation-ready insights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566160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34564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Git lane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configs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experiment logic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branches / tags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README / docs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03720" y="3566160"/>
            <a:ext cx="457200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4564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DVC lane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3767328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raw + processed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metrics JSON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plots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model artifacts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• data revisions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834640" y="5394960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63240" y="5596128"/>
            <a:ext cx="6126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Run metadata = git_commit · git_tag · dvc_data_rev · config · metrics_path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Git + DVC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stages and pseudocode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Structured steps make the pilot easy to run, compare, and extend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89888"/>
            <a:ext cx="3931920" cy="48463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276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DVC stages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2688" y="1965960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EE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02536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1. ingest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2688" y="2350008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EE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86584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2. validate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2734056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EE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70632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3. clean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EEF6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154680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4. feature_engineer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2688" y="3502152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538728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5. run_isolation_forest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2688" y="3886200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922776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6. run_factor_analysis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2688" y="4270248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306824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7. run_autoencoder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2688" y="4654296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690872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8. run_incremental_pca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2688" y="5038344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074920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9. run_changepoint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" y="5422392"/>
            <a:ext cx="338328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5458968"/>
            <a:ext cx="2926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10. summarize_results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1389888"/>
            <a:ext cx="6629400" cy="4846320"/>
          </a:xfrm>
          <a:prstGeom prst="roundRect">
            <a:avLst>
              <a:gd name="adj" fmla="val 150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66360" y="16459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E7F5"/>
                </a:solidFill>
              </a:rPr>
              <a:t>Core orchestration pseudocode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1965960"/>
            <a:ext cx="5989320" cy="3840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run_macro_experiment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clean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preprocess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"preprocessing"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engineer_features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"features"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"run_isolation_forest"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"isolation_forest"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run_isolation_forest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"run_factor_analysis"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"factor_analysis"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run_factor_analysis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"run_autoencoder"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"autoencoder"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run_autoencoder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save_metrics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save_plots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save_run_metadata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git_info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dvc_info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Pipeline design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team gets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repeatable pilot, not just one-off model outputs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7160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276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Evaluation lens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1463040" cy="347472"/>
          </a:xfrm>
          <a:prstGeom prst="rect">
            <a:avLst/>
          </a:prstGeom>
          <a:solidFill>
            <a:srgbClr val="EAF1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57400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Method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965960"/>
            <a:ext cx="822960" cy="347472"/>
          </a:xfrm>
          <a:prstGeom prst="rect">
            <a:avLst/>
          </a:prstGeom>
          <a:solidFill>
            <a:srgbClr val="EAF1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2057400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Explain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731520" cy="347472"/>
          </a:xfrm>
          <a:prstGeom prst="rect">
            <a:avLst/>
          </a:prstGeom>
          <a:solidFill>
            <a:srgbClr val="EAF1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057400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Scale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965960"/>
            <a:ext cx="914400" cy="347472"/>
          </a:xfrm>
          <a:prstGeom prst="rect">
            <a:avLst/>
          </a:prstGeom>
          <a:solidFill>
            <a:srgbClr val="EAF1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2057400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Time-aware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965960"/>
            <a:ext cx="1234440" cy="347472"/>
          </a:xfrm>
          <a:prstGeom prst="rect">
            <a:avLst/>
          </a:prstGeom>
          <a:solidFill>
            <a:srgbClr val="EAF1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057400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Main output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313432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404872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Isolation Forest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31343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4016" y="2404872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313432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6976" y="2404872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High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31920" y="231343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68496" y="2404872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31343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2404872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Anomaly scores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2660904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2752344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Factor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2660904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14016" y="2752344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High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660904"/>
            <a:ext cx="7315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2752344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931920" y="2660904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68496" y="2752344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Low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660904"/>
            <a:ext cx="1234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752344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Factor loadings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" y="3008376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50976" y="3099816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Autoencoder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300837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14016" y="3099816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Low-Med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008376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36976" y="3099816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931920" y="300837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68496" y="3099816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Low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008376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3099816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Reconstruction loss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4400" y="3355848"/>
            <a:ext cx="1463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" y="3447288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Inc. PCA / RP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77440" y="3355848"/>
            <a:ext cx="8229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14016" y="3447288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0" y="3355848"/>
            <a:ext cx="73152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36976" y="3447288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High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931920" y="3355848"/>
            <a:ext cx="9144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68496" y="3447288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Low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355848"/>
            <a:ext cx="12344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82896" y="3447288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Reduced components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14400" y="3703320"/>
            <a:ext cx="1463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0976" y="3794760"/>
            <a:ext cx="13898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Change Point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370332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14016" y="3794760"/>
            <a:ext cx="7498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High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0" y="3703320"/>
            <a:ext cx="731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36976" y="3794760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931920" y="370332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68496" y="3794760"/>
            <a:ext cx="8412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High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3703320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82896" y="3794760"/>
            <a:ext cx="11612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Break dates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46520" y="137160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675120" y="162763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Pilot deliverables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29400" y="196596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Kaggle-backed baseline dataset in DVC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Reusable repo with configs and DVC stages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Method comparison report with plots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Git + DVC lineage for every run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Team-ready template for future datasets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6675120" y="48920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E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6903720" y="5074920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Recommended first milestone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903720" y="530352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Stand up the repo, run Factor Analysis + Isolation Forest first, then add PCA and regime detection.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66928" y="64739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Pilot outcome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Macroeconomic Analytics Pilot</dc:title>
  <dc:subject>Macroeconomic analytics pilot</dc:subject>
  <dc:creator>OpenAI</dc:creator>
  <cp:lastModifiedBy>OpenAI</cp:lastModifiedBy>
  <cp:revision>1</cp:revision>
  <dcterms:created xsi:type="dcterms:W3CDTF">2026-04-20T13:50:59Z</dcterms:created>
  <dcterms:modified xsi:type="dcterms:W3CDTF">2026-04-20T13:50:59Z</dcterms:modified>
</cp:coreProperties>
</file>